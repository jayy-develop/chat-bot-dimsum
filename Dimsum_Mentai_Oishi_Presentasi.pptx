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35"/>
                </a:solidFill>
                <a:latin typeface="Segoe UI"/>
              </a:defRPr>
            </a:pPr>
            <a:r>
              <a:t>PROJEK AKHIR • PRESENTASI KELAS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Rancang Bangun Chatbot Penjualan</a:t>
            </a:r>
            <a:br/>
            <a:r>
              <a:t>Dimsum Mentai Oishi Berbasis WhatsApp</a:t>
            </a:r>
          </a:p>
          <a:p>
            <a:pPr>
              <a:spcBef>
                <a:spcPts val="1400"/>
              </a:spcBef>
              <a:defRPr sz="1600">
                <a:solidFill>
                  <a:srgbClr val="9CA3AF"/>
                </a:solidFill>
                <a:latin typeface="Segoe UI"/>
              </a:defRPr>
            </a:pPr>
            <a:r>
              <a:t>Otomasi Transaksi Pemesanan Makanan Real-Time dengan Integrasi WhatsApp Gateway, Python Flask, dan SQLite Database</a:t>
            </a:r>
          </a:p>
          <a:p>
            <a:pPr>
              <a:spcBef>
                <a:spcPts val="2800"/>
              </a:spcBef>
              <a:defRPr sz="1300" b="1">
                <a:solidFill>
                  <a:srgbClr val="25D366"/>
                </a:solidFill>
                <a:latin typeface="Segoe UI"/>
              </a:defRPr>
            </a:pPr>
            <a:r>
              <a:t>🍱 Dimsum Mentai Oishi  |  💬 WhatsApp Bot  |  📊 Admin Web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01. LATAR BELAKANG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Latar Belakang &amp; Identifikasi Masalah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MASALAH UMKM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Tantangan Order Manual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Admin kewalahan membalas chat satu per satu di jam sibuk (makan siang/malam).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Respon lambat (slow response) menyebabkan customer membatalkan pesanan (churn).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Pencatatan data pesanan manual rentan salah alamat, salah varian, atau salah hitung harga.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Keterbatasan jam operasional admin manusia (tidak bisa 24/7).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PELUANG PASAR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Potensi Saluran WhatsApp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WhatsApp adalah aplikasi pesan nomor 1 di Indonesia dengan penetrasi &gt;88%.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Customer lebih suka memesan langsung via chat daripada mendownload aplikasi baru yang memberatkan memori.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Komunikasi instan memberikan rasa percaya dan keintiman antara penjual dan pembeli.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Mudah membagikan tautan pesanan, nota digital, dan bukti transfer.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TUJUAN RISET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Kebutuhan Solusi Otomasi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Perlu asisten virtual pintar yang menjawab salam dan menampilkan menu seketika.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Memandu alur belanja tahap demi tahap secara interaktif dan terstruktur.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Merekam otomatis pesanan ke basis data terpusat secara rapi dan aman.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Menyediakan dashboard admin untuk memantau status pesanan (Proses, Selesai, Batal).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02. SOLUSI INOVASI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Solusi: Ekosistem Penjualan Otomatis 3-in-1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CHANNEL PELANGGAN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1. WhatsApp Chatbot Asli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Berjalan di nomor WhatsApp bisnis nyata menggunakan WhatsApp Web Gateway.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Customer cukup mengirim pesan 'Halo' dari aplikasi WhatsApp di HP mereka.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Menampilkan katalog menu lengkap beserta harga dan deskripsi lezat.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Menerima pesanan dan mencetak ringkasan nota digital otomatis dalam hitungan detik.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DEMO INTERAKTIF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2. Web Chat Simulator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Antarmuka simulasi obrolan WhatsApp berbasis web (UI identik dengan WA asli).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Sangat ideal untuk presentasi di kelas tanpa bergantung pada jaringan seluler.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Dilengkapi fitur Quick Reply button dan pengujian nomor pelanggan simulasi.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Terhubung ke mesin percakapan (bot logic) dan database yang sama persis.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OPERASIONAL TOKO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3. Admin Management Portal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Dashboard pemantauan transaksi real-time (omset, total order, status).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Tabel pesanan masuk lengkap: nama, varian, jumlah, alamat kirim, total harga.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Fitur ganti status sekali klik: Menunggu -&gt; Diproses -&gt; Selesai / Batal.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Panel status koneksi gateway WA dan fitur uji kirim pesan langsung dari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03. PRODUK &amp; MENU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Katalog Produk &amp; Struktur Data Penjualan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BEST SELLER ⭐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Mentai Original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Harga: Rp25.000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Isi: 4 pcs Dimsum Ayam Udang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Topping: Saus mentai gurih khas Jepang di-torch wangi + Nori crumbles.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Status Stok: Ready (Terkontrol otomatis di DB).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TERLARIS 🔥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Mentai Spicy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Harga: Rp27.000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Isi: 4 pcs Dimsum Ayam Udang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Topping: Saus mentai pedas cabai pilihan + Tobiko segar.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Favorit pecinta sensasi pedas mantap.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FAVORIT 🧀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Cheese Melt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Harga: Rp28.000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Isi: 4 pcs Dimsum Ayam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Topping: Saus mentai + Lelehan keju mozzarella premium yang dibakar lumer.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Varian premium gurih berlipat.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HEMAT 🍱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Platter Party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Harga: Rp95.000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Isi: 16 pcs Dimsum Mix 4 Rasa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Cocok untuk acara kumpul, kantor, atau perayaan keluarga.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Diskon paket hemat Rp10.000.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04. ARSITEKTUR SISTEM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Arsitektur Sistem &amp; Aliran Komunikasi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FRONTEND LAYER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1. WhatsApp Gateway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Teknologi: Node.js + whatsapp-web.js + Puppeteer (Google Chrome Headless).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Mengautentikasi sesi WhatsApp via QR Code tanpa perlu akun WhatsApp Business API berbayar.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Menangkap event 'message' secara real-time dari customer.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Meneruskan JSON payload pesan ke Flask melalui HTTP POST Webhook.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LOGIC LAYER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2. Conversation Engine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Teknologi: Python 3 + Flask Web Framework.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Menerapkan Finite State Machine (FSM) untuk melacak posisi percakapan tiap user.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Melakukan validasi input: kuantitas angka, format alamat, dan konfirmasi YA/TIDAK.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Menghasilkan balasan ramah dalam bahasa Indonesia berformat WhatsApp Markdown.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DATA LAYER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3. Storage &amp; Monitoring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Teknologi: SQLite 3 Database terindeks ACID compliant.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Tabel terstruktur: products, customers, orders, order_items.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Admin Dashboard menyajikan statistik omset, order aktif, dan perubahan status pengiriman.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Live Polling AJAX: data update instan tanpa me-reload seluruh halaman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05. LOGIKA PERCAKAPAN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Alur Percakapan Chatbot (Conversation 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STEP 1 &amp; 2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Fase 1: Sapaan &amp; Pilihan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1. STATE: IDLE</a:t>
            </a:r>
            <a:br/>
            <a:r>
              <a:t>Customer kirim 'Halo' -&gt; Bot menyapa ramah dan menyajikan 3 opsi: Lihat Menu, Pesan, Cek Pesanan.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2. STATE: SELECTING_PRODUCT</a:t>
            </a:r>
            <a:br/>
            <a:r>
              <a:t>Bot menampilkan katalog menu bernomor. Customer cukup ketik angka '1', '2', atau nama menu.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Fitur Keamanan: Validasi nomor produk. Jika input salah, bot mengulang dengan sopan.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STEP 3 &amp; 4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Fase 2: Identitas &amp; Kirim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3. STATE: INPUT_QTY</a:t>
            </a:r>
            <a:br/>
            <a:r>
              <a:t>Customer menentukan porsi (contoh: '2'). Bot mengecek stok tersedia.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4. STATE: INPUT_NAME</a:t>
            </a:r>
            <a:br/>
            <a:r>
              <a:t>Customer memasukkan nama pemesan.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5. STATE: INPUT_ADDRESS</a:t>
            </a:r>
            <a:br/>
            <a:r>
              <a:t>Customer menginput alamat lengkap untuk pengantaran kurir.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Data disimpan sementara ke sesi percakapan SQLite (session_data JSON).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STEP 5 &amp; 6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Fase 3: Konfirmasi &amp; Nota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6. STATE: CONFIRMING</a:t>
            </a:r>
            <a:br/>
            <a:r>
              <a:t>Bot menyajikan rincian nota: Pesanan, Jumlah, Total Biaya, Nama, Alamat. Pilihan: YA / BATAL.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7. FINISH / ORDER CREATED</a:t>
            </a:r>
            <a:br/>
            <a:r>
              <a:t>Ketik 'YA' -&gt; Pesanan disimpan resmi ke database, stok dipotong, nota final terbit.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8. OPSI BATAL GLOBAL</a:t>
            </a:r>
            <a:br/>
            <a:r>
              <a:t>Kapan saja ketik 'Batal', percakapan kembali ke menu awal tanpa menyimpan sampah.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06. FITUR UNGGULAN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Fitur Unggulan Prototipe Dimsum Bot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EFISIENSI TINGGI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Otomasi Transaksi Penuh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Bekerja 24/7 tanpa henti melayani order bahkan saat toko tutup untuk antrean besok.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Perhitungan subtotal dan total harga instan otomatis bebas dari 'human calculation error'.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Penomoran ID pesanan unik (#ORD-xxx) mempermudah pelacakan invoice dan resi pengiriman.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Customer dapat mengecek status pesanannya sendiri lewat opsi '3. Cek Pesanan'.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FLEKSIBILITAS DEMO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Dual Channel Architecture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Dukungan WhatsApp Nyata: Integrasi dengan nomor WhatsApp aktif via pemindaian QR Code.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Dukungan Simulator Web: Tersedia antarmuka pengujian lokal untuk demonstrasi kelas dan presentasi.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Kedua saluran berbagi basis data yang sama: order dari simulator langsung muncul di admin begitu juga sebaliknya.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Zero-Cost Setup: Tidak memerlukan langganan bulanan WhatsApp Cloud API berbayar.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KEHANDALAN SISTEM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Toleransi Kesalahan &amp; AI Helper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Pembersihan Lock Chromium Otomatis: Mencegah error 'Browser already running' saat restart.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Normalisasi nomor telepon otomatis (mendukung format 08xx, +62xx, maupun 62xx).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Respons natural bahasa Indonesia dengan emotikon ramah selaras citra brand kuliner Oishi.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Panel kontrol admin web interaktif yang responsif diakses dari laptop maupun HP.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07. TECH STACK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Spesifikasi Teknologi Perangkat Lunak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SERVER SIDE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Backend &amp; Service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Python 3.10+: Bahasa pemrograman utama untuk webhook handler dan bot engine.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Flask Framework: Microframework ringan, cepat, dan handal untuk REST API &amp; Web Server.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SQLite 3: Embedded Relational Database Management System berkas tunggal (dimsum.db).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Gunicorn / Werkzeug: WSGI application server.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WHATSAPP INTEGRATION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WhatsApp Gateway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Node.js Runtime (v22+): Menjalankan automasi WhatsApp Web headless.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whatsapp-web.js: Pustaka penghubung resmi ke client WhatsApp Web.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Puppeteer Core: Mengendalikan peramban Google Chrome tanpa antarmuka GUI (Headless Chromium).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qrcode-terminal &amp; qrcode: Merender QR Code baik di CLI maupun web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CLIENT INTERFACE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Frontend &amp; Admin UI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HTML5 &amp; Vanilla JavaScript ES6: Pengolahan AJAX fetch API tanpa library berat.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Bootstrap 5.3: Kerangka desain responsif modern (Mobile First Design).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Bootstrap Icons: Ikonografi UI antarmuka standar profesional.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Custom Design System: Tema palet warna khas Dimsum Mentai (Oranye, Hitam Elegan, Emas).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08. ROADMAP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Rencana Pengembangan Masa Depan (Roadmap)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FASE 1: FINANSIAL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1. Payment Gateway (QRIS)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Integrasi API pembayaran instan seperti Midtrans atau Xendit.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Bot mengirimkan kode QRIS dinamis unik ke chat WhatsApp customer.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Deteksi otomatis pembayaran berhasil (Callback Webhook) tanpa perlu verifikasi transfer manual oleh admin.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Status pesanan langsung otomatis berubah ke 'Diproses'.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FASE 2: DISTRIBUSI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2. Logistik &amp; Kurir Otomatis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Koneksi API kurir instan seperti Gosend, GrabExpress, atau Lalamove.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Perhitungan ongkos kirim otomatis berdasarkan koordinat atau kelurahan alamat customer.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Penjemputan driver otomatis begitu pesanan selesai dikukus oleh dapur.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Pemberian tautan live tracking kurir langsung ke nomor customer.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FASE 3: SMART CRM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3. AI NLP &amp; Personalisasi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Penerapan model kecerdasan buatan NLP (Gemini / LLM) untuk memahami bahasa santai/slang.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Rekomendasi menu cerdas berbasis riwayat pesanan sebelumnya (contoh: 'Mau pesan Dimsum Spicy favorit Kakak lagi?').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Program loyalitas pelanggan otomatis: pengumpulan poin dan kupon diskon via chat WhatsApp.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B35"/>
                </a:solidFill>
                <a:latin typeface="Segoe UI"/>
              </a:defRPr>
            </a:pPr>
            <a:r>
              <a:t>09. KESIMPULAN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Kesimpulan &amp; Sesi Tanya Jawab (Q&amp;A)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RINGKASAN HASIL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Kesimpulan Proyek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Prototipe Chatbot Dimsum Mentai Oishi berhasil menjawab tantangan efisiensi penjualan UMKM.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Sistem memangkas waktu proses pemesanan dari rata-rata 5-8 menit manual menjadi di bawah 45 detik secara otomatis.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Mencegah kesalahan pencatatan pesanan hingga 100% karena data diinput langsung oleh pembeli dan tersimpan di database relasional.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Dukungan dual mode (WhatsApp Asli + Simulator Web) memudahkan operasional serta proses validasi pengujian.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Investasi teknologi tepat guna yang hemat biaya dan siap ditingkatkan (scalable) ke skala bisnis yang lebih besar.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900" b="1">
                <a:solidFill>
                  <a:srgbClr val="FF6B35"/>
                </a:solidFill>
                <a:latin typeface="Segoe UI"/>
              </a:defRPr>
            </a:pPr>
            <a:r>
              <a:t>SESI TANYA JAWAB (Q&amp;A)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Terima Kasih! Mari Berdiskusi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Kami siap menjawab pertanyaan, masukan, dan saran dari Dosen serta rekan-rekan kelas sekalian.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🔗 Demo Sistem Live: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• Web Simulator: http://127.0.0.1:5000/chat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• Dashboard Admin: http://127.0.0.1:5000/admin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• QR Code Gateway: http://127.0.0.1:3000/qr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• 🍱 'Kelezatan Dimsum Mentai Hangat di Ujung Jari Anda!'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